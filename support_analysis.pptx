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擴充能力支援度分析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vs Kilo Code ─ Commands / Skills / MCP / Hooks / Subagents / Marketplace / LSP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支援狀態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Kilo 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10972800" cy="612648"/>
          </a:xfrm>
          <a:prstGeom prst="rect">
            <a:avLst/>
          </a:prstGeom>
          <a:solidFill>
            <a:srgbClr val="F5F7FC"/>
          </a:solidFill>
          <a:ln w="6350">
            <a:solidFill>
              <a:srgbClr val="E5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11680"/>
            <a:ext cx="1920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Commands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0320" y="2011680"/>
            <a:ext cx="1920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 slash 指令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1488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完整支援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450592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+ YAML frontmatter,支援參數、工具限制、模型指定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38160" y="21488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完整支援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38160" y="2450592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支援自訂命令,格式類似(description / arguments / mode)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2624328"/>
            <a:ext cx="1097280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24328"/>
            <a:ext cx="1920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560320" y="2624328"/>
            <a:ext cx="1920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可重用技能包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76148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761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原生設計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063240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提出的標準,SKILL.md 描述+資源檔,全平台一致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38160" y="276148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2761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部分支援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38160" y="3063240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有 Skills Marketplace,相容 Anthropic 格式但生態較新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3236976"/>
            <a:ext cx="10972800" cy="612648"/>
          </a:xfrm>
          <a:prstGeom prst="rect">
            <a:avLst/>
          </a:prstGeom>
          <a:solidFill>
            <a:srgbClr val="F5F7FC"/>
          </a:solidFill>
          <a:ln w="6350">
            <a:solidFill>
              <a:srgbClr val="E5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236976"/>
            <a:ext cx="1920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560320" y="3236976"/>
            <a:ext cx="1920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外部工具協定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3374136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374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原生推動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367588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制定的 MCP 標準,支援最完整、更新最即時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38160" y="3374136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3374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完整支援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38160" y="367588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kilo.jsonc 設定 MCP 伺服器,有內建 Marketplace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" y="3849624"/>
            <a:ext cx="1097280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849624"/>
            <a:ext cx="1920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560320" y="3849624"/>
            <a:ext cx="1920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事件攔截腳本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398678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3986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完整支援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0" y="4288536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/ PostToolUse 等多種 hooks,可驗證/阻擋操作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138160" y="398678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38160" y="3986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不支援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138160" y="4288536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目前無對等機制,僅能透過 permission 設定粗粒度的允許/阻擋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0080" y="4462272"/>
            <a:ext cx="10972800" cy="612648"/>
          </a:xfrm>
          <a:prstGeom prst="rect">
            <a:avLst/>
          </a:prstGeom>
          <a:solidFill>
            <a:srgbClr val="F5F7FC"/>
          </a:solidFill>
          <a:ln w="6350">
            <a:solidFill>
              <a:srgbClr val="E5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462272"/>
            <a:ext cx="1920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Subagents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2560320" y="4462272"/>
            <a:ext cx="1920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子代理委派任務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0" y="459943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0" y="4599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完整支援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0" y="4901184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/agents 管理,可設定 tools/hooks/skills/MCP,隔離執行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138160" y="459943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38160" y="4599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完整支援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138160" y="4901184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或 kilo.jsonc 定義,@agent-name 手動呼叫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40080" y="5074920"/>
            <a:ext cx="1097280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5074920"/>
            <a:ext cx="1920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2560320" y="5074920"/>
            <a:ext cx="1920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擴充套件生態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0" y="521208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0" y="5212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生態成熟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0" y="5513832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+ 社群 plugin marketplace,單一 plugin 可打包 skills/commands/hooks/agents/MCP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138160" y="521208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38160" y="5212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部分支援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138160" y="5513832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MCP Marketplace 與社群 Skills Marketplace,但未整合成單一 plugin 格式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40080" y="5687568"/>
            <a:ext cx="10972800" cy="612648"/>
          </a:xfrm>
          <a:prstGeom prst="rect">
            <a:avLst/>
          </a:prstGeom>
          <a:solidFill>
            <a:srgbClr val="F5F7FC"/>
          </a:solidFill>
          <a:ln w="6350">
            <a:solidFill>
              <a:srgbClr val="E5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687568"/>
            <a:ext cx="1920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LSP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2560320" y="5687568"/>
            <a:ext cx="192024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語言伺服器整合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572000" y="582472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0" y="5824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+ 插件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572000" y="6126480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v2.0.74+ 內建 LSP 工具,官方 plugin 支援 12 種語言(TS/Py/Go/Rust/Java...),自動 diagnostics 與符號導航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138160" y="582472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138160" y="5824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基礎整合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138160" y="6126480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可啟動 LSP(如 biome)輔助,但無 plugin 化管理、語言覆蓋與自動 diagnostics 能力較弱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40080" y="6437376"/>
            <a:ext cx="10972800" cy="36576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" y="652881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關鍵差距:Hooks 為 Claude Code 獨有;Skills / Marketplace / LSP 皆由 Anthropic 原生整合,plugin 可一鍵打包各類擴充並啟用多語言 LSP,生態最成熟。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獨有功能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548640" cy="4572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這些能力在 Kilo Code 目前沒有對等實作 ─ 大幅提升長任務生產力與安全性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2A3470"/>
          </a:solidFill>
          <a:ln w="6350">
            <a:solidFill>
              <a:srgbClr val="E8B9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73152" cy="118872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 Memory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9842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session 自動學習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22199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自動記錄專案模式、使用者偏好到 MEMORY.md,每次開 session 自動載入前 200 行,無需手動餵 context。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6208" y="160020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2A3470"/>
          </a:solidFill>
          <a:ln w="6350">
            <a:solidFill>
              <a:srgbClr val="E8B9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6208" y="1600200"/>
            <a:ext cx="73152" cy="118872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CLAUDE.md 階層記憶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4808" y="19842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層規則覆蓋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64808" y="222199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Project / Project rules / User 四層記憶,可 @import 其他 md、可 glob 匹配檔案路徑,類似程式碼版控。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898648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2A3470"/>
          </a:solidFill>
          <a:ln w="6350">
            <a:solidFill>
              <a:srgbClr val="E8B9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898648"/>
            <a:ext cx="73152" cy="118872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99008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 Dream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282696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背景整理記憶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5204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 subagent 定期去重、更新過時記憶(如把「昨天的 bug」改成具體日期),避免 memory 腐化。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6208" y="2898648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2A3470"/>
          </a:solidFill>
          <a:ln w="6350">
            <a:solidFill>
              <a:srgbClr val="E8B9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2898648"/>
            <a:ext cx="73152" cy="118872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299008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Checkpoints / Rewind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4808" y="3282696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檔案版本快照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64808" y="35204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prompt 自動快照檔案內容,Esc+Esc 可還原「程式碼 / 對話 / 兩者」,獨立於 git。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197096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2A3470"/>
          </a:solidFill>
          <a:ln w="6350">
            <a:solidFill>
              <a:srgbClr val="E8B9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197096"/>
            <a:ext cx="73152" cy="118872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28853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/compact 與 /context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58114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主動 context 管理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481888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/context 檢視 token 用量分布,/compact 壓縮長對話並保留關鍵資訊,讓 session 能撐更久。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36208" y="4197096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2A3470"/>
          </a:solidFill>
          <a:ln w="6350">
            <a:solidFill>
              <a:srgbClr val="E8B9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36208" y="4197096"/>
            <a:ext cx="73152" cy="118872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64808" y="428853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Mode / Auto Mode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64808" y="458114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權限分級切換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64808" y="481888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Shift+Tab 切換模式:唯讀 Plan Mode 先規劃再執行;Auto Mode 背景安全檢查後自動執行。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5495544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2A3470"/>
          </a:solidFill>
          <a:ln w="6350">
            <a:solidFill>
              <a:srgbClr val="E8B92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5495544"/>
            <a:ext cx="73152" cy="118872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58698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Background Tasks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8680" y="587959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長任務背景執行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8680" y="61173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啟動後可背景執行長時任務(build、test、大重構),不阻塞對話主執行緒。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36208" y="5495544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2A3470"/>
          </a:solidFill>
          <a:ln w="6350">
            <a:solidFill>
              <a:srgbClr val="E8B9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5495544"/>
            <a:ext cx="73152" cy="1188720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4808" y="558698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SDK / Print Mode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64808" y="587959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程式化整合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64808" y="61173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-p 非互動模式支援 pipe 與 JSON 輸出;Agent SDK 可在 CI/CD 或腳本中呼叫同一個 agentic loop。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65836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綜合效果:長任務更穩定、錯誤可回溯、跨 session 知識持續累積 ─ Kilo Code 仍需仰賴手動 context 維護。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獨有的社群工作流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以下工作流依賴 Hooks / Subagents / Checkpoints / Plugin 等 Kilo Code 沒有的基礎設施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532120" cy="1572768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5321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TDD Guard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49047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4904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Hook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856232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Nizar Selander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2103120"/>
            <a:ext cx="516636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Hook 即時監控檔案操作,若還沒寫測試就想寫實作,直接阻擋寫入 ─ 強制 Red→Green→Refactor 紀律,LLM 無法繞過。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81928" y="1417320"/>
            <a:ext cx="5532120" cy="1572768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1928" y="1417320"/>
            <a:ext cx="55321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41732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Ralph Loop (Ralph Wiggum)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259568" y="149047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59568" y="14904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 + Print Mode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64808" y="1856232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Geoffrey Huntley / Anthropic 官方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64808" y="2103120"/>
            <a:ext cx="516636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 攔截 Claude 退出動作、自動重餵同一 prompt,迭代直到達成 completion-promise。可 overnight 執行,著名案例:一晚 ship 6 個 repo,$297 完成 $50k 合約。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099816"/>
            <a:ext cx="5532120" cy="1572768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099816"/>
            <a:ext cx="55321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09981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Spec-Driven Development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3172968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1729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 + Agents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" y="3538728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Pimzino / athola spec-kit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3785616"/>
            <a:ext cx="516636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/spec-create → /spec-design → /spec-tasks → /spec-execute 四階段流水線,把需求拆成可追溯的 design doc 與任務清單。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81928" y="3099816"/>
            <a:ext cx="5532120" cy="1572768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81928" y="3099816"/>
            <a:ext cx="55321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309981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Parallel Worktree Agents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259568" y="3172968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59568" y="31729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+ git worktree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64808" y="3538728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Night Market egregore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64808" y="3785616"/>
            <a:ext cx="516636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subagent 跑在獨立 git worktree 與 session,可同時開發多個 feature/bug 而不互相干擾,附 watchdog 崩潰恢復。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4782312"/>
            <a:ext cx="5532120" cy="1572768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782312"/>
            <a:ext cx="55321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78231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Superpowers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17720" y="4855464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48554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SessionStart Hook + Plugin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2960" y="5221224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obra (Jesse Vincent)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2960" y="5468112"/>
            <a:ext cx="516636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端到端方法論:SessionStart hook 自動注入 brainstorm→plan→execute 流程,20+ skills 強制執行 TDD、系統化 debugging、code review,違反規則直接刪掉重來。Anthropic 官方 marketplace 收錄。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81928" y="4782312"/>
            <a:ext cx="5532120" cy="1572768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81928" y="4782312"/>
            <a:ext cx="55321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4808" y="478231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Gate Pipeline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259568" y="4855464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59568" y="48554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 Hook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64808" y="5221224"/>
            <a:ext cx="5166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imbue、TypeScript Quality Hooks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64808" y="5468112"/>
            <a:ext cx="516636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每次檔案編輯後自動觸發 tsc + eslint + prettier(SHA256 cache,&lt;5ms),測試失敗直接暫停 agent 執行。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" y="6537960"/>
            <a:ext cx="10972800" cy="36576"/>
          </a:xfrm>
          <a:prstGeom prst="rect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660196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共通點:皆需要 Hooks 攔截、Subagent 隔離、或 Plugin Marketplace 分發 ─ 這是 Claude Code 生態的護城河。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2026-04-12T14:58:13Z</dcterms:created>
  <dcterms:modified xsi:type="dcterms:W3CDTF">2026-04-12T14:58:13Z</dcterms:modified>
</cp:coreProperties>
</file>